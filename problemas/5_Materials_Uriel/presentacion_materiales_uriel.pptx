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1:</a:t>
            </a:r>
          </a:p>
          <a:p>
            <a:r>
              <a:t>Bon dia tribunal i companys. Sóc l'Uriel i presento la classificació no supervisada de materials elèctrics mitjançant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2:</a:t>
            </a:r>
          </a:p>
          <a:p>
            <a:r>
              <a:t>Definim el problema físic a partir de les equacions de transport:</a:t>
            </a:r>
          </a:p>
          <a:p>
            <a:r>
              <a:t>- La variació tèrmica de la resistivitat rho(T) i la seva derivada tèrmica alfa.</a:t>
            </a:r>
          </a:p>
          <a:p>
            <a:r>
              <a:t>- Metalls: bandes solapades, electrons lliures, alfa positiu per xocs amb fonons de la xarxa.</a:t>
            </a:r>
          </a:p>
          <a:p>
            <a:r>
              <a:t>- Semiconductors: bandgap moderat, alfa negatiu per activació tèrmica exponencial segons Boltzmann.</a:t>
            </a:r>
          </a:p>
          <a:p>
            <a:r>
              <a:t>- Aïllants: bandgap colossal (&gt; 5 eV), sense portadors lliures a 300 K, alfa nul i resistivitat gegantina.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3:</a:t>
            </a:r>
          </a:p>
          <a:p>
            <a:r>
              <a:t>Disposem de 57 materials reals al dataset.</a:t>
            </a:r>
          </a:p>
          <a:p>
            <a:r>
              <a:t>A la dreta veiem l'espai bidimensional físic ABANS d'aplicar cap algorisme: els materials en brut sense etiquetes. El logaritme de resistivitat desplega els 30 ordres de magnitud i alfa separa els règims microscòpics.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4:</a:t>
            </a:r>
          </a:p>
          <a:p>
            <a:r>
              <a:t>DBSCAN vs. K-Means:</a:t>
            </a:r>
          </a:p>
          <a:p>
            <a:r>
              <a:t>Al gràfic de la dreta es veu clar: K-Means imposa fronteres esfèriques forçades. En tenir metalls ultra concentrats i aïllants dispersos, K-Means falla. DBSCAN segueix els camins de densitat natural i aïlla punts atípics com a soroll.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5:</a:t>
            </a:r>
          </a:p>
          <a:p>
            <a:r>
              <a:t>En metodologia: fórmules en LaTeX clares i netes.</a:t>
            </a:r>
          </a:p>
          <a:p>
            <a:r>
              <a:t>1. Escalat Z-Score manual amb NumPy per igualar variàncies.</a:t>
            </a:r>
          </a:p>
          <a:p>
            <a:r>
              <a:t>2. Criteri de nucli de DBSCAN: punts amb almenys min_samples veïns en radi èpsilon.</a:t>
            </a:r>
          </a:p>
          <a:p>
            <a:r>
              <a:t>3. Hiperparàmetres fixats rigorosament: min_samples=3 (dimensió + 1) i èpsilon=0.65 obtingut pel colze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6:</a:t>
            </a:r>
          </a:p>
          <a:p>
            <a:r>
              <a:t>Aquest és el panell comparatiu d'abans i després en pantalla gran:</a:t>
            </a:r>
          </a:p>
          <a:p>
            <a:r>
              <a:t>- A l'esquerra: les 57 dades experimentals en brut tal com entren a l'algorisme, sense etiquetes de classe.</a:t>
            </a:r>
          </a:p>
          <a:p>
            <a:r>
              <a:t>- A la dreta: el descobriment autònom de les 3 classes físiques pures per connectivitat de densitat amb DBSCAN:</a:t>
            </a:r>
          </a:p>
          <a:p>
            <a:r>
              <a:t>  • Clúster 0 (ambre): 35 metalls conductors amb alfa &gt; 0.</a:t>
            </a:r>
          </a:p>
          <a:p>
            <a:r>
              <a:t>  • Clúster 1 (blau): 10 aïllants dielèctrics amb alfa proper a zero i resistivitat gegant.</a:t>
            </a:r>
          </a:p>
          <a:p>
            <a:r>
              <a:t>  • Clúster 2 (verd): 10 semiconductors per sota de la frontera física alfa = 0.</a:t>
            </a:r>
          </a:p>
          <a:p>
            <a:r>
              <a:t>- La línia d'alfa = 0 separa clarament la conducció per fonons de l'activació tèrmica.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7:</a:t>
            </a:r>
          </a:p>
          <a:p>
            <a:r>
              <a:t>Pel que fa a validació, la prova reina és la Matriu de Contingència Física:</a:t>
            </a:r>
          </a:p>
          <a:p>
            <a:r>
              <a:t>- 100% de puresa en conductors (35 de 35 metalls al clúster 0).</a:t>
            </a:r>
          </a:p>
          <a:p>
            <a:r>
              <a:t>- 100% de puresa en aïllants (10 de 10 dielèctrics al clúster 1).</a:t>
            </a:r>
          </a:p>
          <a:p>
            <a:r>
              <a:t>- En semiconductors, 10 de 12 materials purs formen el clúster 2. Els dos restants són semimetalls amb transport cuasimetàl·lic a 300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8:</a:t>
            </a:r>
          </a:p>
          <a:p>
            <a:r>
              <a:t>Per concloure:</a:t>
            </a:r>
          </a:p>
          <a:p>
            <a:r>
              <a:t>1. DBSCAN demostra que la densitat espacial macroscòpica reflecteix fidelment la física quàntica de bandes.</a:t>
            </a:r>
          </a:p>
          <a:p>
            <a:r>
              <a:t>2. Ha demostrat ser l'eina adequada davant K-Means en tolerar densitats desiguals.</a:t>
            </a:r>
          </a:p>
          <a:p>
            <a:r>
              <a:t>3. Amb només dues variables físiques i una estandardització rigorosa, s'obté un 100% de puresa en conductors i aïllants.</a:t>
            </a:r>
          </a:p>
          <a:p>
            <a:r>
              <a:t>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Elèctrics mitjançant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Conductors, Semiconductors i Aïllants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Grau en Enginyeria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Físic: Estructura de Bandes i Signatures Tèrmiques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Equacions Macroscòpiques de Transport Elèctric: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i Espai de Treball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Com classificar sense etiquetes?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Materials reals: Metalls purs, aliatges, semiconductors i dielèctrics.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ordres de magnitud: De conductors (~10⁻⁸ Ω·m) a tefló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Compressió logarítmica: Evita el col·lapse numèric a l'origen.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Signatura quàntica: α indica l'origen microscòpic del transport.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Dades sense etiquetar: L'algorisme ha de descobrir l'estructura sol.</a:t>
            </a:r>
          </a:p>
        </p:txBody>
      </p:sp>
      <p:pic>
        <p:nvPicPr>
          <p:cNvPr id="8" name="Picture 7" descr="materiales_antes_clust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6309360" cy="41010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vs.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(Inadequat en aquest domini)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Assumeix grups esfèrics i isodensos (igual variància).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 dispers d'aïllants.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Exigeix prefixar 'k' a priori de forma arbitrària.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soroll: força anomalies a tenir clúster.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 Òptima)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Connecta per densitat local de qualsevol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metalls hiperdensos i aïllants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Descobreix el nombre de clústers sense prefixar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soroll i anomalies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Metodologia Matemàtica: Fórmules i Paràmetres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Estandardització Z-Score</a:t>
            </a:r>
            <a:br/>
            <a:r>
              <a:rPr>
                <a:latin typeface="Arial"/>
              </a:rPr>
              <a:t>(Implementada amb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Mitjana mostral per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 estàndard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Resultat: Mitjana = 0, Variància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 de log₁₀ρ (~31) amb el d'α (~0.08) per a la distància euclidiana.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 de Nucli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Distància Euclidiana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Nucli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Assolible des d'un nucli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Soroll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assolible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Paràmetres Fixats</a:t>
            </a:r>
            <a:br/>
            <a:r>
              <a:rPr>
                <a:latin typeface="Arial"/>
              </a:rPr>
              <a:t>(Criteri Objectiu)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canònica k ≥ d + 1 (dimensió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Determinat mitjançant gràfic k-NN (colze).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Finestra òptima que aïlla aïllants sense fusionar metalls.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Execució: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Resultat DBSCAN: Abans i Després de l'Agrupament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Dades Experimentals en Brut vs. 3 Clústers Purs Descoberts (ε = 0.65, min_samples = 3)</a:t>
            </a:r>
          </a:p>
        </p:txBody>
      </p:sp>
      <p:pic>
        <p:nvPicPr>
          <p:cNvPr id="3" name="Picture 2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8655" cy="41573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 Experimental: Matriu de Contingència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Conductors (Metalls)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0. Zero falsos negatius.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Aïllants (Dielèctrics)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1. Coincidència total amb la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Semiconductors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Puresa</a:t>
            </a:r>
          </a:p>
          <a:p>
            <a:br/>
            <a:pPr>
              <a:defRPr sz="12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Clúster 2. 2 semimetalls classificats al clúster 0 per conducció cuasimetàl·lica.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Punts Clau del Projecte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bandes sense supervisió:  DBSCAN descobreix de manera autònoma les 3 fases de conducció (conductors, aïllants i semiconductors) a partir de propietats macroscòpiques.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Immune a densitats dispars:  Supera K-Means agrupant simultàniament la ultradensitat dels metalls i la dispersió de 12 ordres de magnitud dels aïllants.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òptimes:  L'escala logarítmica log₁₀(ρ) i el coeficient tèrmic quàntic α són suficients per separar completament els règims de transport.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 rotunda:  100% de puresa en conductors i aïllants amb Silhouette Score = 0.7858.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