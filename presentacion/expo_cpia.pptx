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bandas y variación térmica: el signo y magnitud de alfa delatan la física microscópica.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de escala: la compresión logarítmica es imprescindible para que los metales y aislantes coexistan.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asume varianzas similares y falla; DBSCAN conecta por densidad y respeta la dispersión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gráfico: el plano 2D muestra la separación nítida de las tres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1,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(115)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483 (50 km) y FN 261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0,54-0,65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586 aciertos, 115 FP, 28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83,6 %  ·  recall 95,4 %  ·  F1 = 0,891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1: no hay ruido; la selección real la hace la profundidad. Con vmin = 3, F1 baja a 0,899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0,931,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115 FP: 24 son otros eventos no sísmicos (explosiones, minas); sin ellos serían 91 y F1 0,908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familias y firmas térmicas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Conducción según la estructura cuántica de bandas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Variación térmica: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Coeficiente térmico: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Metales (α &gt; 0) · Semiconductores (α &lt; 0) · Aislantes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y espacio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materiales reales recopilados experimentalmente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órdenes de magnitud en resistividad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colapsa en el origen; log₁₀(ρ) separa las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supervisado: descubrir las clases sin etiquetas</a:t>
            </a:r>
          </a:p>
        </p:txBody>
      </p:sp>
      <p:pic>
        <p:nvPicPr>
          <p:cNvPr id="4" name="Picture 3" descr="distribucion_escala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4605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¿Por qué DBSCAN frente a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asume esfericidad, fractura aislantes y no aísla ruido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conecta por densidad local y tolera densidades desiguales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Metales hiperdensos vs aislantes extendidos en 12 órdenes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anomalías de forma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Metodología: Fórmulas y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Estandarización manual Z-Score con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Vecindad: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Núcleo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fijados: ε = 0,65 (codo k-NN) y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Resultado: DBSCAN en 57 materiales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clusters puros descubiertos por densidad: 0 ruido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0 (ámbar): 35 metales conductores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1 (azul): 10 aislantes dieléctricos (vidrio, teflón...)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 2 (verde): 10 semiconductores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fonones vs activación térmica</a:t>
            </a:r>
          </a:p>
        </p:txBody>
      </p:sp>
      <p:pic>
        <p:nvPicPr>
          <p:cNvPr id="4" name="Picture 3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Validación física: Matriz de contingencia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Conductores: 35 de 35 (100 % pureza en Cluster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Aislantes: 10 de 10 (100 % pureza en Cluster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Semiconductores: 10 de 12 (83,3 % pureza en Cluster 2; 2 semimetales en cluster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complementario: 0,7858 (alta cohesión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