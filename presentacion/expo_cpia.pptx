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(115)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483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115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83,6 %  ·  recall 95,4 %  ·  F1 = 0,891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0,899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0,931,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115 FP: 24 son otros eventos no sísmicos (explosiones, minas); sin ellos serían 91 y F1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materiales_antes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Per què DBSCAN enfront de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