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bandes i variació tèrmica: el signe i la magnitud d'alfa delaten la física microscòpica.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d'escala: la compressió logarítmica és imprescindible perquè metalls i aïllants coexisteixin.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assumeix variàncies similars i falla; DBSCAN connecta per densitat i respecta la dispersió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gràfic: el pla 2D mostra la separació nítida de les tres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(115)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483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115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83,6 %  ·  recall 95,4 %  ·  F1 = 0,891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0,899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0,931,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115 FP: 24 son otros eventos no sísmicos (explosiones, minas); sin ellos serían 91 y F1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famílies i signatures tèrmiques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 segons l'estructura quàntica de bandes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 tèrmica: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 tèrmic: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(α &gt; 0) · Semiconductors (α &lt; 0) · Aïllants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i espai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materials reals recopilats experimentalment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ordres de magnitud en resistivitat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col·lapsa a l'origen; log₁₀(ρ) separa les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supervisat: descobrir les classes sense etiquetes</a:t>
            </a:r>
          </a:p>
        </p:txBody>
      </p:sp>
      <p:pic>
        <p:nvPicPr>
          <p:cNvPr id="4" name="Picture 3" descr="distribucion_escala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05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Per què DBSCAN enfront de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assumeix esfericitat, fractura aïllants i no aïlla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connecta per densitat local i tolera densitats desiguals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hiperdensos vs aïllants estesos en 12 ordres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anomalies de manera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Metodologia: Fórmules i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Estandardització manual Z-Score amb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Veïnat: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Nucli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Paràmetres fixats: ε = 0,65 (colze k-NN) i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Resultat: DBSCAN en 57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clústers purs descoberts per densitat: 0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0 (ambre): 35 metalls conductors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1 (blau): 10 aïllants dielèctrics (vidre, tefló...)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2 (verd): 10 semiconductors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fonons vs activació tèrmica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 física: Matriu de contingència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Conductors: 35 de 35 (100 % puresa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Aïllants: 10 de 10 (100 % puresa al Clúster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Semiconductors: 10 de 12 (83,3 % puresa al Clúster 2; 2 semimetalls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complementari: 0,7858 (alta cohesió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